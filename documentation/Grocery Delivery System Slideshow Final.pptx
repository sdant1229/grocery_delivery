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Urbanist Medium"/>
      <p:regular r:id="rId13"/>
      <p:bold r:id="rId14"/>
      <p:italic r:id="rId15"/>
      <p:boldItalic r:id="rId16"/>
    </p:embeddedFont>
    <p:embeddedFont>
      <p:font typeface="Urbanist SemiBold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Italic.fntdata"/><Relationship Id="rId22" Type="http://schemas.openxmlformats.org/officeDocument/2006/relationships/font" Target="fonts/Urbanist-bold.fntdata"/><Relationship Id="rId21" Type="http://schemas.openxmlformats.org/officeDocument/2006/relationships/font" Target="fonts/Urbanist-regular.fntdata"/><Relationship Id="rId24" Type="http://schemas.openxmlformats.org/officeDocument/2006/relationships/font" Target="fonts/Urbanist-boldItalic.fntdata"/><Relationship Id="rId23" Type="http://schemas.openxmlformats.org/officeDocument/2006/relationships/font" Target="fonts/Urbanis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UrbanistMedium-regular.fntdata"/><Relationship Id="rId12" Type="http://schemas.openxmlformats.org/officeDocument/2006/relationships/slide" Target="slides/slide6.xml"/><Relationship Id="rId15" Type="http://schemas.openxmlformats.org/officeDocument/2006/relationships/font" Target="fonts/UrbanistMedium-italic.fntdata"/><Relationship Id="rId14" Type="http://schemas.openxmlformats.org/officeDocument/2006/relationships/font" Target="fonts/UrbanistMedium-bold.fntdata"/><Relationship Id="rId17" Type="http://schemas.openxmlformats.org/officeDocument/2006/relationships/font" Target="fonts/UrbanistSemiBold-regular.fntdata"/><Relationship Id="rId16" Type="http://schemas.openxmlformats.org/officeDocument/2006/relationships/font" Target="fonts/UrbanistMedium-boldItalic.fntdata"/><Relationship Id="rId19" Type="http://schemas.openxmlformats.org/officeDocument/2006/relationships/font" Target="fonts/UrbanistSemiBold-italic.fntdata"/><Relationship Id="rId18" Type="http://schemas.openxmlformats.org/officeDocument/2006/relationships/font" Target="fonts/Urbanis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9ce16459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9ce16459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9ce16459e5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9ce16459e5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b12576bf0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b12576bf0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12576bf0c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b12576bf0c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b12576bf0c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b12576bf0c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b12576bf0c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b12576bf0c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>
            <p:ph type="title"/>
          </p:nvPr>
        </p:nvSpPr>
        <p:spPr>
          <a:xfrm>
            <a:off x="228600" y="228600"/>
            <a:ext cx="66588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Grocery Delivery System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3" name="Google Shape;483;p53"/>
          <p:cNvSpPr txBox="1"/>
          <p:nvPr>
            <p:ph idx="1" type="subTitle"/>
          </p:nvPr>
        </p:nvSpPr>
        <p:spPr>
          <a:xfrm>
            <a:off x="228600" y="935825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Spencer Dant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84" name="Google Shape;484;p53"/>
          <p:cNvSpPr txBox="1"/>
          <p:nvPr/>
        </p:nvSpPr>
        <p:spPr>
          <a:xfrm>
            <a:off x="120925" y="1248250"/>
            <a:ext cx="8040900" cy="3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Fast and easy grocery shopping application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Github Repository: https://github.com/sdant1229/Grocery_Delivery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4"/>
          <p:cNvSpPr txBox="1"/>
          <p:nvPr>
            <p:ph idx="1" type="subTitle"/>
          </p:nvPr>
        </p:nvSpPr>
        <p:spPr>
          <a:xfrm>
            <a:off x="228600" y="1738950"/>
            <a:ext cx="4402800" cy="26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online grocery store delivery system for reliable ordering.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it for?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Busy individuals, families, students, socially </a:t>
            </a:r>
            <a:r>
              <a:rPr lang="en"/>
              <a:t>awkward</a:t>
            </a:r>
            <a:r>
              <a:rPr lang="en"/>
              <a:t> individuals (like me!), and anybody who </a:t>
            </a:r>
            <a:r>
              <a:rPr lang="en"/>
              <a:t>doesn't</a:t>
            </a:r>
            <a:r>
              <a:rPr lang="en"/>
              <a:t> like spending much time in a grocery store.</a:t>
            </a:r>
            <a:endParaRPr/>
          </a:p>
        </p:txBody>
      </p:sp>
      <p:sp>
        <p:nvSpPr>
          <p:cNvPr id="490" name="Google Shape;490;p5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5"/>
          <p:cNvSpPr txBox="1"/>
          <p:nvPr>
            <p:ph idx="1" type="subTitle"/>
          </p:nvPr>
        </p:nvSpPr>
        <p:spPr>
          <a:xfrm>
            <a:off x="228600" y="1738950"/>
            <a:ext cx="4402800" cy="26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based grocery store using PHP and MySQL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Components: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Product catalog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Cart management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Checkout and stock updates</a:t>
            </a:r>
            <a:endParaRPr/>
          </a:p>
        </p:txBody>
      </p:sp>
      <p:sp>
        <p:nvSpPr>
          <p:cNvPr id="496" name="Google Shape;496;p55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6"/>
          <p:cNvSpPr txBox="1"/>
          <p:nvPr>
            <p:ph idx="1" type="subTitle"/>
          </p:nvPr>
        </p:nvSpPr>
        <p:spPr>
          <a:xfrm>
            <a:off x="228600" y="1738950"/>
            <a:ext cx="4402800" cy="27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Stock aware cart: prevents exceeding available stock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checkout: Automatically updates stock and clears cart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messages: Feedback for actions like adding items or checkout</a:t>
            </a:r>
            <a:endParaRPr/>
          </a:p>
        </p:txBody>
      </p:sp>
      <p:sp>
        <p:nvSpPr>
          <p:cNvPr id="502" name="Google Shape;502;p56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Highlight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7"/>
          <p:cNvSpPr txBox="1"/>
          <p:nvPr>
            <p:ph idx="1" type="subTitle"/>
          </p:nvPr>
        </p:nvSpPr>
        <p:spPr>
          <a:xfrm>
            <a:off x="228600" y="1738950"/>
            <a:ext cx="4402800" cy="27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Browse products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Add to cart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Update cart quantities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Checkout and see stock updates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Message confirming actions</a:t>
            </a:r>
            <a:endParaRPr/>
          </a:p>
        </p:txBody>
      </p:sp>
      <p:sp>
        <p:nvSpPr>
          <p:cNvPr id="508" name="Google Shape;508;p57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Roadmap	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8"/>
          <p:cNvSpPr txBox="1"/>
          <p:nvPr>
            <p:ph idx="1" type="subTitle"/>
          </p:nvPr>
        </p:nvSpPr>
        <p:spPr>
          <a:xfrm>
            <a:off x="228600" y="1738950"/>
            <a:ext cx="4402800" cy="239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Reliable and easy to 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Demonstrates “smart” automation with stock control</a:t>
            </a:r>
            <a:endParaRPr/>
          </a:p>
        </p:txBody>
      </p:sp>
      <p:sp>
        <p:nvSpPr>
          <p:cNvPr id="514" name="Google Shape;514;p58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